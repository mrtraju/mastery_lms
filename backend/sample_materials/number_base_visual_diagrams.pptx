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Number Base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Visual Diagrams &amp; Infographics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Number Base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Decimal</a:t>
            </a:r>
          </a:p>
          <a:p>
            <a:r>
              <a:t>(Base 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Binary</a:t>
            </a:r>
          </a:p>
          <a:p>
            <a:r>
              <a:t>(Base 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Octal</a:t>
            </a:r>
          </a:p>
          <a:p>
            <a:r>
              <a:t>(Base 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Hex</a:t>
            </a:r>
          </a:p>
          <a:p>
            <a:r>
              <a:t>(Base 16)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Decimal Example: 345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3 × 10²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4 × 10¹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5 × 10⁰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Binary Example: 1011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1×2³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0×2²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1×2¹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1×2⁰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Conversion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Decimal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Binary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Hex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